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slideMasters/slideMaster21.xml" ContentType="application/vnd.openxmlformats-officedocument.presentationml.slideMaster+xml"/>
  <ns0:Override PartName="/ppt/slides/slide21.xml" ContentType="application/vnd.openxmlformats-officedocument.presentationml.slide+xml"/>
  <ns0:Override PartName="/ppt/slideMasters/slideMaster22.xml" ContentType="application/vnd.openxmlformats-officedocument.presentationml.slideMaster+xml"/>
  <ns0:Override PartName="/ppt/slides/slide22.xml" ContentType="application/vnd.openxmlformats-officedocument.presentationml.slide+xml"/>
  <ns0:Override PartName="/ppt/slideMasters/slideMaster23.xml" ContentType="application/vnd.openxmlformats-officedocument.presentationml.slideMaster+xml"/>
  <ns0:Override PartName="/ppt/slides/slide23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ppt/notesSlides/notesSlide21.xml" ContentType="application/vnd.openxmlformats-officedocument.presentationml.notesSlide+xml"/>
  <ns0:Override PartName="/ppt/notesSlides/notesSlide22.xml" ContentType="application/vnd.openxmlformats-officedocument.presentationml.notesSlide+xml"/>
  <ns0:Override PartName="/ppt/notesSlides/notesSlide23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</ns0: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66813"/>
            <a:ext cx="800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基于Qt的番茄计时与记账日记系统设计与实现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576513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3309938"/>
            <a:ext cx="604838" cy="114300"/>
          </a:xfrm>
          <a:prstGeom prst="rect">
            <a:avLst/>
          </a:prstGeom>
          <a:solidFill>
            <a:srgbClr val="1B9EDB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757613"/>
            <a:ext cx="8001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谢锦楷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988219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1B9E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059656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引言与背景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1307306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616869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1B9E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1688306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目标与总体设计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1935956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245519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1B9E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316956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564606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2874169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1B9E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945606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扩展功能与关键技术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90975" y="3193256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502819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1B9E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3574256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测试验证与总结展望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821906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引言与背景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1B9EDB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研究背景：效率工具碎片化问题日益突出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工具功能分散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现有番茄钟、记账、日记等工具独立运行，数据割裂，用户需频繁切换应用。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信息整合困难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专注时长、消费记录、日常思考分散存储，难以形成统一的个人行为分析视图。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桌面端轻量需求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移动端干扰多，用户对简洁、集成、本地安全的桌面效率工具存在实际需求。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选题意义：整合多功能提升个人管理效率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31575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419475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整合多功能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3671888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将计时、记账与日记功能集成于一体，减少用户在多个应用间的切换。统一界面提升操作连贯性，增强整体使用体验。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244316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提升使用效率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2695575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通过功能聚合降低操作复杂度，显著提高日常任务管理的效率。适合高频、连续使用的场景。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本地化运行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1719263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采用本地化轻量设计，无需联网即可正常使用。保障数据安全，避免隐私泄露风险。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488" y="2069306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保障数据隐私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488" y="2321719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所有数据存储于本地，不依赖云端服务，有效防止信息外泄。特别适合对隐私要求高的用户。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3026569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桌面端适配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3278981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专为桌面端优化，支持长期稳定运行。界面布局合理，便于长时间使用和管理。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系统定位：轻量级本地化桌面综合管理系统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26003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050" y="1466850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集成多功能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81050" y="1843088"/>
            <a:ext cx="155733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整合番茄计时、记账、日记与统计功能，提升时间与任务管理效率，减少多应用切换的干扰。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757488" y="1466850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高效任务管理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57488" y="1843088"/>
            <a:ext cx="15573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通过统一平台管理日常任务与时间分配，优化工作流程，提高个人生产力。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733925" y="1466850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轻量桌面应用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33925" y="1843088"/>
            <a:ext cx="15573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基于Qt Widgets开发，无需复杂环境依赖，启动快速且资源占用低。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710363" y="1466850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跨平台支持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710363" y="1843088"/>
            <a:ext cx="15573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兼容主流桌面操作系统，确保在不同设备上稳定运行，提升使用灵活性。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81050" y="2852737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本地数据存储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050" y="3228975"/>
            <a:ext cx="15573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所有数据以JSON和文本文件形式本地保存，避免云端传输风险。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757488" y="2852737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隐私安全保障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757488" y="3228975"/>
            <a:ext cx="15573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不依赖网络连接，完全离线运行，有效保护用户敏感信息。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733925" y="2852737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稳定离线使用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733925" y="3228975"/>
            <a:ext cx="15573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适用于无网络或对安全性要求高的场景，保障服务持续可用。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710363" y="2852737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简洁技术架构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710363" y="3228975"/>
            <a:ext cx="15573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采用轻量化设计，降低系统负担，提升整体响应速度与用户体验。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目标与总体设计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1B9EDB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系统总体目标：实现一体化时间与财务管理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8333" b="8333"/>
          <a:stretch/>
        </p:blipFill>
        <p:spPr>
          <a:xfrm>
            <a:off x="571500" y="1428750"/>
            <a:ext cx="17145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0480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功能整合目标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295650"/>
            <a:ext cx="1524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集成番茄计时、记账、日记与统计功能，构建统一的个人效率管理平台。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8333" b="8333"/>
          <a:stretch/>
        </p:blipFill>
        <p:spPr>
          <a:xfrm>
            <a:off x="2667000" y="1428750"/>
            <a:ext cx="17145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62250" y="30480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本地化轻量设计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762250" y="3295650"/>
            <a:ext cx="1524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采用本地存储与轻量架构，保障数据隐私并降低系统资源占用。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8333" b="8333"/>
          <a:stretch/>
        </p:blipFill>
        <p:spPr>
          <a:xfrm>
            <a:off x="4762500" y="1428750"/>
            <a:ext cx="17145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57750" y="30480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提升使用效率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857750" y="3295650"/>
            <a:ext cx="1524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通过多模块协同减少工具切换，提升用户专注力与信息记录连贯性。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8333" b="8333"/>
          <a:stretch/>
        </p:blipFill>
        <p:spPr>
          <a:xfrm>
            <a:off x="6858000" y="1428750"/>
            <a:ext cx="1714500" cy="1428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53250" y="30480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技术实践导向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953250" y="3295650"/>
            <a:ext cx="1524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综合运用Qt与C++实现桌面应用开发能力的系统性训练与成果展示。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核心功能模块概览与用户流程梳理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9062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整合时间管理、记账与日记功能，构建一体化轻量级桌面应用，提升个人效率管理能力。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8612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670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667000" y="283845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涵盖登录管理、番茄/正向计时、日记记录、记账操作、数据统计、主题切换及OCR扩展功能。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8162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625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用户流程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500" y="283845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用户登录后进入主界面，通过标签页切换使用各功能模块，操作流畅且逻辑清晰。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77125" y="2000250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模块协同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858000" y="283845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各模块共享本地会话与数据存储，形成专注记录、消费管理与信息沉淀的闭环流程。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38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4392" r="4392" t="0" b="0"/>
          <a:stretch/>
        </p:blipFill>
        <p:spPr>
          <a:xfrm>
            <a:off x="0" y="0"/>
            <a:ext cx="9144000" cy="563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系统架构设计：分层结构与模块交互关系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40195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43088" y="3295650"/>
            <a:ext cx="1076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967163" y="1695450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三层设计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233988" y="1466850"/>
            <a:ext cx="2438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界面层负责用户交互，展示窗口与控件。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233988" y="1714500"/>
            <a:ext cx="2438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服务层处理业务逻辑，实现核心功能。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233988" y="1962150"/>
            <a:ext cx="2438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会话层管理状态，维持用户会话过程。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967163" y="2533650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模块解耦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233988" y="2305050"/>
            <a:ext cx="230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各模块独立开发，降低代码依赖性。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233988" y="2552700"/>
            <a:ext cx="230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通过接口通信，提升系统的可替换性。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233988" y="2800350"/>
            <a:ext cx="230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职责分离明确，便于团队分工协作。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967163" y="324802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登录流程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233988" y="3143250"/>
            <a:ext cx="2438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用户输入凭证，系统验证身份合法性。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233988" y="3390900"/>
            <a:ext cx="2438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验证通过后跳转主界面，开启操作权限。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967163" y="383857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主界面操作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233988" y="3733800"/>
            <a:ext cx="257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支持多标签页切换，方便模块间快速跳转。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233988" y="3981450"/>
            <a:ext cx="257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界面响应操作，动态加载对应功能区域。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967163" y="442912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64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事件协同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233988" y="4324350"/>
            <a:ext cx="2438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用户操作触发界面事件，启动处理流程。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233988" y="4572000"/>
            <a:ext cx="2438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信号与槽机制连接组件，实现高效通信。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967163" y="501967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233988" y="4914900"/>
            <a:ext cx="257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服务层执行逻辑后生成结果数据。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233988" y="5162550"/>
            <a:ext cx="257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数据持久化至本地文件，保障信息不丢失。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1B9EDB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番茄计时与正向计时机制及日记存储逻辑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759744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番茄计时机制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050256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基于QTimer实现25分钟专注+5分钟休息的计时循环，支持暂停、继续与手动结束。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0" y="144780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759744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正向计时记录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050256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提供自由计时模式，记录非番茄任务时长，满足多样化时间管理需求。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169444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日记存储逻辑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459956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按日期生成独立文本文件，实现日记内容本地化存储与快速检索。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72000" y="285750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2175" y="3169444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专注数据联动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972175" y="3459956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计时结束后可一键生成日记条目，形成‘专注-记录’闭环链路。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记账管理模块设计与数据操作交互优化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账单数据结构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账单包含事项、金额、类型字段，采用JSON逐行存储，便于解析与扩展。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67000" y="20002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增删改查操作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67000" y="224790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支持账单新增、编辑与删除，通过QTableWidget实现数据动态刷新展示。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62500" y="20002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右键菜单交互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62500" y="2247900"/>
            <a:ext cx="171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集成上下文菜单，提升操作效率，优化用户使用体验。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20002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数据持久化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224790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基于本地文件系统存储账单数据，确保重启后信息不丢失。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721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5446" r="5446" t="0" b="0"/>
          <a:stretch/>
        </p:blipFill>
        <p:spPr>
          <a:xfrm>
            <a:off x="0" y="0"/>
            <a:ext cx="9144000" cy="5772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数据统计可视化：自定义图表组件实现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415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9088" y="3462337"/>
            <a:ext cx="8858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系统功能架构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476500" y="1552575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专注时长记录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9100" y="1924050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采用番茄工作法，结合正向计时精确追踪用户专注时间。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19100" y="2381250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支持按周、月及自定义范围统计累计时长，便于时间管理。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476500" y="3009900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消费账单分析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19100" y="3381375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自动汇总消费数据，计算总额与平均支出。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19100" y="3629025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识别消费极值，辅助用户发现异常开销与消费模式。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581275" y="425767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9100" y="4629150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使用QPainter绘制本地化饼状图，展示支出占比。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19100" y="5086350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通过柱状图呈现专注时长分布，提升数据可读性。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076950" y="155257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模块独立性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29338" y="1924050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避免依赖第三方图表库，增强系统稳定性和可移植性。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29338" y="2381250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封装绘图逻辑，提高代码复用与维护效率。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76950" y="2800350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64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Qt图形应用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129338" y="3171825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深入运用QPainter实现自定义渲染，体现对Qt绘图机制的掌握。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129338" y="3629025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结合信号槽机制更新图表，保证界面响应实时性。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076950" y="4257675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财务洞察支持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129338" y="4629150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基于统计指标生成消费趋势判断，辅助预算规划。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129338" y="5086350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结合时间维度分析，揭示消费与专注行为的潜在关联。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扩展功能与关键技术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1B9EDB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图片处理与OCR文字识别功能入口设计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3190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6888" y="1514475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85850" y="1905000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本地图片支持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85850" y="2195513"/>
            <a:ext cx="162877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系统支持加载本地图片，提供旋转、缩放与透视矫正功能，强化图像预处理能力。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48062" y="1514475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67025" y="1905000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图像预处理增强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67025" y="2195513"/>
            <a:ext cx="16287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通过几何变换优化图像质量，提升后续OCR识别准确率，适应复杂拍摄条件。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29238" y="1514475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8200" y="1905000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统一OCR入口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0" y="2195513"/>
            <a:ext cx="162877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提供一致的识别接口，用户可通过界面选择图片进行文字提取，操作便捷高效。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110413" y="1514475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9375" y="1905000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界面交互设计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9375" y="2195513"/>
            <a:ext cx="16287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前端集成图片选择与预览功能，提升用户体验，实现无缝识别流程。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110413" y="3195638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29375" y="3586163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后端服务封装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29375" y="3876675"/>
            <a:ext cx="16287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通过OcrService类封装识别逻辑，实现业务流程标准化，便于维护与调用。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329238" y="3195638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48200" y="3586163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解耦架构设计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48200" y="3876675"/>
            <a:ext cx="16287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服务接口与具体实现分离，提高模块独立性，降低系统耦合度。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548062" y="3195638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2867025" y="3586163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多引擎接入支持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867025" y="3876675"/>
            <a:ext cx="16287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预留百度飞桨OCR和PaddleOCR接入方案，支持多种识别引擎切换。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766888" y="3195638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085850" y="3586163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系统扩展性强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85850" y="3876675"/>
            <a:ext cx="16287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架构设计具备良好扩展性，便于未来集成新技术或替换现有组件。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关键技术应用：Qt多组件协同实现方案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24130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9E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界面构建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基于Qt Widgets搭建多窗口、多标签界面，实现模块化布局与响应式交互设计。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65500" y="2000250"/>
            <a:ext cx="24130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9E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65500" y="2328863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计时控制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65500" y="2576513"/>
            <a:ext cx="241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利用QTimer精准控制番茄钟与正向计时流程，结合QPropertyAnimation优化状态切换动效。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159500" y="2000250"/>
            <a:ext cx="24130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9E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59500" y="2328863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主题切换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59500" y="2576513"/>
            <a:ext cx="241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通过QSS动态加载样式表，实现日间/夜间双主题无缝切换，提升视觉体验一致性。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实现难点分析与解耦策略说明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模块解耦设计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采用分层架构分离界面与业务逻辑，通过信号槽机制实现模块间低耦合通信。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主题切换实现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基于QSS动态加载样式表，结合属性动画平滑切换日间与夜间视觉模式。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OCR接口抽象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设计OcrService统一接口，支持未来接入本地模型或飞桨API，提升扩展性。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测试验证与总结展望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1B9EDB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91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462" r="8462" t="0" b="0"/>
          <a:stretch/>
        </p:blipFill>
        <p:spPr>
          <a:xfrm>
            <a:off x="0" y="0"/>
            <a:ext cx="9144000" cy="6191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系统功能测试方法与结果分析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457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83364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功能流程覆盖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5086052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通过手工测试与QTest结合，全面覆盖登录、计时、记账等核心功能流程。验证各模块的功能完整性与交互逻辑正确性。确保关键路径无遗漏且运行稳定。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641527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数据读写验证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3893939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测试JSON账单与文本日记的读写操作。确认数据持久化机制可靠，支持增删改查操作。保证数据在不同状态下的完整性与一致性。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65896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模式切换测试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2911376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验证日间与夜间模式切换的流畅性。检查界面布局是否自适应不同主题状态。确保视觉风格统一且符合用户习惯。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界面自适应性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1719263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测试界面在不同模式下的布局响应能力。确保控件排列合理，不出现错位或遮挡。提升多场景下的用户体验一致性。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67640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动画效果检验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1928813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评估主题切换及其他交互中的动画表现。确保过渡自然、无卡顿，增强应用的现代感。提高整体交互的流畅度与舒适性。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86851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模块独立性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3120926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验证各功能模块之间的解耦程度。确保单一模块变更不影响其他部分运行。提升系统可维护性与扩展能力。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851077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整体稳定性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4103489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综合各项测试保障系统运行稳定。在长时间使用和频繁操作下无崩溃或异常。强化应用的可靠性与用户信任感。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83364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测试方法协同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5086052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结合手工测试与单元测试优势，互补覆盖边界情况与复杂逻辑。提高缺陷发现率，确保测试结果全面可信。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项目创新点、当前不足与改进方向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654969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项目创新点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1945481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多模块集成设计，实现时间管理、记账、日记与OCR扩展功能的统一；本地化轻量存储，提升系统响应效率。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0" y="1447800"/>
            <a:ext cx="4171950" cy="2819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654969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交互与可视化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1945481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支持日夜间主题切换与右键菜单操作，结合自定义图表组件实现专注与消费数据的直观展示。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064669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不足与改进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355181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当前为本地文件存储，登录安全性有限，OCR未完全接入；未来拟引入SQLite、同步机制与飞桨API联动。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0543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研究成果总结与未来优化路径展望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3786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838575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功能集成设计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4090988"/>
            <a:ext cx="2362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项目整合番茄计时、记账、日记、统计与OCR功能，实现桌面端一体化体验。各模块协同工作，提升用户操作效率和使用连贯性。整体设计注重实用性和扩展性。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265271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本地数据存储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2905125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采用JSON与文本文件进行本地数据持久化，结构清晰且读写可靠。满足基础数据存储需求，保障用户信息的安全与稳定访问。为后续升级提供过渡基础。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架构可扩展性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1719263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通过OcrService抽象接口预留飞桨OCR接入能力。提升系统灵活性，便于未来功能扩展与服务替换。支持模块化迭代开发。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488" y="1571625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数据库优化规划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488" y="1824038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未来将引入SQLite替代现有文件存储机制。提升数据查询效率与管理能力，支持更复杂的数据关系处理。增强系统整体性能。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2757488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数据同步机制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3009900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计划推进跨设备数据同步功能，提升用户体验连续性。支持多端数据一致性，为云端协作打下基础。强化数据备份与恢复能力。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394335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自动化功能联动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4195763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实现OCR识别与记账功能的自动对接，减少手动输入。提升记账效率与准确性，推动智能化应用落地。体现核心场景闭环设计。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1B9ED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PPT内容由千问AI生成，访问qianwen.com智能生成更多PPT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2026-03-28T03:10:55Z</dcterms:created>
  <dcterms:modified xsi:type="dcterms:W3CDTF">2026-03-28T03:10:55Z</dcterms:modified>
</cp:coreProperties>
</file>

<file path=docProps/custom.xml><?xml version="1.0" encoding="utf-8"?>
<ns0:Properties xmlns:ns0="http://schemas.openxmlformats.org/officeDocument/2006/custom-properties" xmlns:ns1="http://schemas.openxmlformats.org/officeDocument/2006/docPropsVTypes" xmlns="http://schemas.openxmlformats.org/officeDocument/2006/custom-properties" xmlns:vt="http://schemas.openxmlformats.org/officeDocument/2006/docPropsVTypes">
  <ns0:property fmtid="{D5CDD505-2E9C-101B-9397-08002B2CF9AE}" pid="2" name="AIGC">
    <ns1:lpwstr>{"Label": 1, "ContentProducer": "001191330110MADHPQQY7L10000", "ProduceID": "3620e651d179100701f96ff048391499", "ReservedCode1": "617b417fc523e5fc47d97bc7c55c7980842e7b5a45a3de49069aaa2772bb7c3e", "ContentPropagator": "001191330110MADHPQQY7L10000", "PropagateID": "3620e651d179100701f96ff048391499", "ReservedCode2": ""}</ns1:lpwstr>
  </ns0:property>
</ns0:Properties>
</file>